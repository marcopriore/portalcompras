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de Compras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SaaS de procurement multi-tenant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Comprador · Solicitante · Fornecedor · Admin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comercial · Tenant demo: Apresentação POC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3EF5"/>
          </a:solidFill>
          <a:ln w="12700">
            <a:solidFill>
              <a:srgbClr val="4F3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completa para público misto (negócio + TI)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 e desafios de compras B2B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da plataforma e portais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Jornada Comprador → Solicitante → Fornecedor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Diferenciais: Saving, IA, contratos, catálogo, integrações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Governança, segurança multi-tenant e próximos passos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3EF5"/>
          </a:solidFill>
          <a:ln w="12700">
            <a:solidFill>
              <a:srgbClr val="4F3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Desafios do mercado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digitalizar o procurement?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Processos fragmentados (e-mail, planilhas, ERP desconectado)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 visibilidade de spend e saving em tempo real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comprador-fornecedor lento e pouco auditável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Dificuldade de escalar governança em operações multi-unidade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com ERP ainda manual ou inconsistente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3EF5"/>
          </a:solidFill>
          <a:ln w="12700">
            <a:solidFill>
              <a:srgbClr val="4F3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 de valor Valore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plataforma, três portais, um fluxo integrado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Centraliza requisição → aprovação → cotação → pedido → contrato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fornecedor com propostas, pedidos e contratos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solicitante para demanda interna estruturada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com RLS, auditoria e permissões granulares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Store e integrações ERP outbound/inbound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&amp; posicionamento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Primeira impressão: marca Valore e proposta de valor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01-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Imagem profissional para abertura comercial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 modernidade e foco em compras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unificado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Comprador e solicitante no mesmo ponto de entrada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02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 fricção de adoção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Separação clara de perfis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do comprador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executiva: ROI, saving e indicadores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0-comprado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Decisão baseada em dados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Widgets configuráveis por permissão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de spend por IA (quando habilitada)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Requisições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Demanda interna estruturada com catálogo e anexos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1-comprador-requisico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 ponta a ponta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Importação em massa via Excel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integrado ao fluxo de compras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Aprovações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Alçadas por centro de custo e categoria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2-comprador-aprovaco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Governança sem gargalo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Fila alinhada ao status real da requisição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Notificações in-app e e-mail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Cotações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Convite de fornecedores, rodadas e prazos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3-comprador-cotaco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 competitivo transparente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Importação de proposta Excel (wizard)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de fornecedor na equalização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Equalização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Comparativo com benchmark e saving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38560" cy="5394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(Print não capturado — execute capture-commercial-screenshots.mjs)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vs alvo e vs histórico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de negociação (feature)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Vínculo automático a contrato quando aplicável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Pedidos de compra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draft ao aceite do fornecedor e ERP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4-comprador-pedid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do pedido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ERP no aceite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de integrações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saldo, aceite e consumo via pedido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5-comprador-contrat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por valor ou quantidade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Aceite digital do fornecedor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Disponibilização opt-in no catálogo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compras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Compra direta a partir de contratos disponibilizados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6-comprador-cata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gera REQ + PO draft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Carrinho persistente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 por contrato Valore/ERP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Itens &amp; fornecedores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mestre, categorias e score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8-comprador-fornecedo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Import/export Excel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Categorias atendidas por fornecedor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 ERP quando habilitado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Relatórios BI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Saving, spend, pedidos e cotações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19-comprador-relatori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 Excel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globais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Permissões por seção de relatório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solicitante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Autonomia controlada para áreas requisitantes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23-solicitante-lis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e histórico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compras (quando liberado)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Cancelamento e resubmit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do fornecedor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Experiência dedicada ao parceiro comercial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31-fornecedo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com métricas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Resposta a cotações e pedidos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Aceite de termos e contratos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Cotações &amp; pedidos (fornecedor)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Operação diária sem depender do comprador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32-fornecedor-cotaco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Wizard Excel de proposta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Aceite/recusa de pedidos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Atualização de data de entrega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&amp; multi-tenant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central para operação SaaS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40-admin-tena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Tenants, features e configurações técnicas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Fornecedores cross-tenant (CNPJ)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keys e monitor de integrações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Suporte integrado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Chamados AxisDesk dentro do portal</a:t>
            </a:r>
            <a:endParaRPr lang="en-US" sz="1100" dirty="0"/>
          </a:p>
        </p:txBody>
      </p:sp>
      <p:pic>
        <p:nvPicPr>
          <p:cNvPr id="4" name="Image 0" descr="C:\Dev\Portal Compras\docs\apresentacao-comercial\screenshots\21-comprador-supor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51560"/>
            <a:ext cx="7863840" cy="5394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051560"/>
            <a:ext cx="3291840" cy="5394960"/>
          </a:xfrm>
          <a:prstGeom prst="rect">
            <a:avLst/>
          </a:prstGeom>
          <a:solidFill>
            <a:srgbClr val="F4F3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234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3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41080" y="1600200"/>
            <a:ext cx="29260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Abertura e acompanhamento sem sair do sistema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e notificações in-app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3EF5"/>
          </a:solidFill>
          <a:ln w="12700">
            <a:solidFill>
              <a:srgbClr val="4F3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 mensuráveis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o cliente ganha na prática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 de lead time do ciclo de compras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Saving visível vs preço alvo e histórico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retrabalho entre comprador, solicitante e fornecedor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Auditoria completa (login, proposta, pedido, contrato)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ERP com idempotência e reenvio controlado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 multi-empresa com isolamento por tenant (RLS)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3EF5"/>
          </a:solidFill>
          <a:ln w="12700">
            <a:solidFill>
              <a:srgbClr val="4F3E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&amp; compliance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 enterprise-ready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 com RLS em todas as tabelas de negócio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Permissões por feature e por ação (RBAC)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2FA TOTP, política de senha por tenant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Termos de fornecimento com aceite auditado (IP, versão)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de integração inbound/outbound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F3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Workshop de discovery (processos atuais + ERP)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Piloto com tenant dedicado e dados reais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Go-live por módulos (REQ → COT → PO → contratos)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Treinamento comprador, solicitante e fornecedores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Contato: Axis Strategy · Valore Portal de Compras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Valore Portal de Compras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Valore Portal de Compras</dc:title>
  <dc:subject>Apresentação comercial</dc:subject>
  <dc:creator>Valore / Axis Strategy</dc:creator>
  <cp:lastModifiedBy>Valore / Axis Strategy</cp:lastModifiedBy>
  <cp:revision>1</cp:revision>
  <dcterms:created xsi:type="dcterms:W3CDTF">2026-08-31T19:00:44Z</dcterms:created>
  <dcterms:modified xsi:type="dcterms:W3CDTF">2026-08-31T19:00:44Z</dcterms:modified>
</cp:coreProperties>
</file>